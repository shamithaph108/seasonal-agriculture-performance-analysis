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1280" y="3583914"/>
            <a:ext cx="6319520" cy="861497"/>
          </a:xfrm>
        </p:spPr>
        <p:txBody>
          <a:bodyPr vert="horz" lIns="91440" tIns="45720" rIns="91440" bIns="45720" rtlCol="0" anchor="t">
            <a:normAutofit/>
          </a:bodyPr>
          <a:lstStyle/>
          <a:p>
            <a:pPr algn="r"/>
            <a:r>
              <a:rPr lang="en-US" b="0" dirty="0">
                <a:solidFill>
                  <a:schemeClr val="tx1"/>
                </a:solidFill>
              </a:rPr>
              <a:t>Shamitha P H </a:t>
            </a:r>
            <a:endParaRPr lang="en-IN" b="0" dirty="0">
              <a:solidFill>
                <a:schemeClr val="tx1"/>
              </a:solidFill>
            </a:endParaRPr>
          </a:p>
          <a:p>
            <a:pPr algn="r"/>
            <a:r>
              <a:rPr lang="en-IN" dirty="0"/>
              <a:t>    St. Joseph Engineering College, Mangaluru</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735636" cy="743448"/>
          </a:xfrm>
        </p:spPr>
        <p:txBody>
          <a:bodyPr>
            <a:normAutofit/>
          </a:bodyPr>
          <a:lstStyle/>
          <a:p>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254674" cy="646331"/>
          </a:xfrm>
          <a:prstGeom prst="rect">
            <a:avLst/>
          </a:prstGeom>
          <a:noFill/>
        </p:spPr>
        <p:txBody>
          <a:bodyPr wrap="square" rtlCol="0">
            <a:spAutoFit/>
          </a:bodyPr>
          <a:lstStyle/>
          <a:p>
            <a:r>
              <a:rPr lang="en-US" b="1" dirty="0"/>
              <a:t>AICTE STU ID : </a:t>
            </a:r>
            <a:r>
              <a:rPr lang="en-IN" dirty="0"/>
              <a:t>STU6935b5fba7f801765127675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4300" dirty="0"/>
              <a:t>Project Description</a:t>
            </a:r>
            <a:br>
              <a:rPr lang="en-US" sz="2400" dirty="0"/>
            </a:br>
            <a:br>
              <a:rPr lang="en-US" sz="2400" dirty="0"/>
            </a:br>
            <a:r>
              <a:rPr lang="en-US" sz="2600" dirty="0"/>
              <a:t>This project analyzes 4,000 farm records across Kharif, Rabi and Zaid seasons.</a:t>
            </a:r>
            <a:br>
              <a:rPr lang="en-US" sz="2600" dirty="0"/>
            </a:br>
            <a:br>
              <a:rPr lang="en-US" sz="2600" dirty="0"/>
            </a:br>
            <a:r>
              <a:rPr lang="en-US" sz="2600" dirty="0"/>
              <a:t>It compares yield, production, profit, rainfall and water efficiency.</a:t>
            </a:r>
            <a:br>
              <a:rPr lang="en-US" sz="2600" dirty="0"/>
            </a:br>
            <a:br>
              <a:rPr lang="en-US" sz="2600" dirty="0"/>
            </a:br>
            <a:r>
              <a:rPr lang="en-US" sz="2600" dirty="0"/>
              <a:t>The analysis identifies crop-wise patterns and supports better seasonal planning.</a:t>
            </a:r>
            <a:br>
              <a:rPr lang="en-GB" sz="2600" dirty="0"/>
            </a:br>
            <a:endParaRPr lang="en-IN" sz="2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algn="just">
              <a:lnSpc>
                <a:spcPct val="150000"/>
              </a:lnSpc>
            </a:pPr>
            <a:r>
              <a:rPr lang="en-US" dirty="0"/>
              <a:t> Farmers and farm managers</a:t>
            </a:r>
          </a:p>
          <a:p>
            <a:pPr algn="just">
              <a:lnSpc>
                <a:spcPct val="150000"/>
              </a:lnSpc>
            </a:pPr>
            <a:endParaRPr lang="en-US" dirty="0"/>
          </a:p>
          <a:p>
            <a:pPr algn="just">
              <a:lnSpc>
                <a:spcPct val="150000"/>
              </a:lnSpc>
            </a:pPr>
            <a:r>
              <a:rPr lang="en-US" dirty="0"/>
              <a:t>Agricultural planners and extension officers</a:t>
            </a:r>
          </a:p>
          <a:p>
            <a:pPr algn="just">
              <a:lnSpc>
                <a:spcPct val="150000"/>
              </a:lnSpc>
            </a:pPr>
            <a:endParaRPr lang="en-US" dirty="0"/>
          </a:p>
          <a:p>
            <a:pPr algn="just">
              <a:lnSpc>
                <a:spcPct val="150000"/>
              </a:lnSpc>
            </a:pPr>
            <a:r>
              <a:rPr lang="en-US" dirty="0"/>
              <a:t>Agricultural researchers and students</a:t>
            </a:r>
          </a:p>
          <a:p>
            <a:pPr algn="just">
              <a:lnSpc>
                <a:spcPct val="150000"/>
              </a:lnSpc>
            </a:pPr>
            <a:endParaRPr lang="en-US" dirty="0"/>
          </a:p>
          <a:p>
            <a:pPr algn="just">
              <a:lnSpc>
                <a:spcPct val="150000"/>
              </a:lnSpc>
            </a:pPr>
            <a:r>
              <a:rPr lang="en-US" dirty="0"/>
              <a:t>Government and policy decision-makers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fade">
                                      <p:cBhvr>
                                        <p:cTn id="35" dur="1000"/>
                                        <p:tgtEl>
                                          <p:spTgt spid="2">
                                            <p:txEl>
                                              <p:pRg st="6" end="6"/>
                                            </p:txEl>
                                          </p:spTgt>
                                        </p:tgtEl>
                                      </p:cBhvr>
                                    </p:animEffect>
                                    <p:anim calcmode="lin" valueType="num">
                                      <p:cBhvr>
                                        <p:cTn id="3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76960" y="1432560"/>
            <a:ext cx="9672320" cy="5243448"/>
          </a:xfrm>
        </p:spPr>
        <p:txBody>
          <a:bodyPr>
            <a:normAutofit fontScale="92500"/>
          </a:bodyPr>
          <a:lstStyle/>
          <a:p>
            <a:pPr lvl="1">
              <a:lnSpc>
                <a:spcPct val="150000"/>
              </a:lnSpc>
            </a:pPr>
            <a:r>
              <a:rPr lang="en-IN" dirty="0"/>
              <a:t> </a:t>
            </a:r>
            <a:r>
              <a:rPr lang="en-IN" sz="2200" dirty="0"/>
              <a:t>Python</a:t>
            </a:r>
          </a:p>
          <a:p>
            <a:pPr lvl="1">
              <a:lnSpc>
                <a:spcPct val="150000"/>
              </a:lnSpc>
            </a:pPr>
            <a:endParaRPr lang="en-IN" sz="2200" dirty="0"/>
          </a:p>
          <a:p>
            <a:pPr lvl="1">
              <a:lnSpc>
                <a:spcPct val="150000"/>
              </a:lnSpc>
            </a:pPr>
            <a:r>
              <a:rPr lang="en-IN" sz="2200" dirty="0"/>
              <a:t> Google </a:t>
            </a:r>
            <a:r>
              <a:rPr lang="en-IN" sz="2200" dirty="0" err="1"/>
              <a:t>Colab</a:t>
            </a:r>
            <a:r>
              <a:rPr lang="en-IN" sz="2200" dirty="0"/>
              <a:t> / Jupyter Notebook</a:t>
            </a:r>
          </a:p>
          <a:p>
            <a:pPr lvl="1">
              <a:lnSpc>
                <a:spcPct val="150000"/>
              </a:lnSpc>
            </a:pPr>
            <a:endParaRPr lang="en-IN" sz="2200" dirty="0"/>
          </a:p>
          <a:p>
            <a:pPr lvl="1">
              <a:lnSpc>
                <a:spcPct val="150000"/>
              </a:lnSpc>
            </a:pPr>
            <a:r>
              <a:rPr lang="en-IN" sz="2200" dirty="0"/>
              <a:t>Pandas for data cleaning and analysis</a:t>
            </a:r>
          </a:p>
          <a:p>
            <a:pPr lvl="1">
              <a:lnSpc>
                <a:spcPct val="150000"/>
              </a:lnSpc>
            </a:pPr>
            <a:endParaRPr lang="en-IN" sz="2200" dirty="0"/>
          </a:p>
          <a:p>
            <a:pPr lvl="1">
              <a:lnSpc>
                <a:spcPct val="150000"/>
              </a:lnSpc>
            </a:pPr>
            <a:r>
              <a:rPr lang="en-IN" sz="2200" dirty="0"/>
              <a:t> Matplotlib and Seaborn for visualization</a:t>
            </a:r>
          </a:p>
          <a:p>
            <a:pPr lvl="1">
              <a:lnSpc>
                <a:spcPct val="150000"/>
              </a:lnSpc>
            </a:pPr>
            <a:endParaRPr lang="en-IN" sz="2200" dirty="0"/>
          </a:p>
          <a:p>
            <a:pPr lvl="1">
              <a:lnSpc>
                <a:spcPct val="150000"/>
              </a:lnSpc>
            </a:pPr>
            <a:r>
              <a:rPr lang="en-IN" sz="2200" dirty="0"/>
              <a:t> CSV dataset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fade">
                                      <p:cBhvr>
                                        <p:cTn id="28" dur="1000"/>
                                        <p:tgtEl>
                                          <p:spTgt spid="7">
                                            <p:txEl>
                                              <p:pRg st="4" end="4"/>
                                            </p:txEl>
                                          </p:spTgt>
                                        </p:tgtEl>
                                      </p:cBhvr>
                                    </p:animEffect>
                                    <p:anim calcmode="lin" valueType="num">
                                      <p:cBhvr>
                                        <p:cTn id="2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Effect transition="in" filter="fade">
                                      <p:cBhvr>
                                        <p:cTn id="35" dur="1000"/>
                                        <p:tgtEl>
                                          <p:spTgt spid="7">
                                            <p:txEl>
                                              <p:pRg st="6" end="6"/>
                                            </p:txEl>
                                          </p:spTgt>
                                        </p:tgtEl>
                                      </p:cBhvr>
                                    </p:animEffect>
                                    <p:anim calcmode="lin" valueType="num">
                                      <p:cBhvr>
                                        <p:cTn id="36"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fade">
                                      <p:cBhvr>
                                        <p:cTn id="42" dur="1000"/>
                                        <p:tgtEl>
                                          <p:spTgt spid="7">
                                            <p:txEl>
                                              <p:pRg st="8" end="8"/>
                                            </p:txEl>
                                          </p:spTgt>
                                        </p:tgtEl>
                                      </p:cBhvr>
                                    </p:animEffect>
                                    <p:anim calcmode="lin" valueType="num">
                                      <p:cBhvr>
                                        <p:cTn id="43"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C8F02288-1783-0499-62CF-247042E68DD2}"/>
              </a:ext>
            </a:extLst>
          </p:cNvPr>
          <p:cNvPicPr>
            <a:picLocks noChangeAspect="1"/>
          </p:cNvPicPr>
          <p:nvPr/>
        </p:nvPicPr>
        <p:blipFill>
          <a:blip r:embed="rId3"/>
          <a:stretch>
            <a:fillRect/>
          </a:stretch>
        </p:blipFill>
        <p:spPr>
          <a:xfrm>
            <a:off x="1564640" y="2220547"/>
            <a:ext cx="6642888" cy="322521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68B0BFF9-5ED5-B2A2-EB8B-477760A1F524}"/>
              </a:ext>
            </a:extLst>
          </p:cNvPr>
          <p:cNvPicPr>
            <a:picLocks noChangeAspect="1"/>
          </p:cNvPicPr>
          <p:nvPr/>
        </p:nvPicPr>
        <p:blipFill>
          <a:blip r:embed="rId3"/>
          <a:stretch>
            <a:fillRect/>
          </a:stretch>
        </p:blipFill>
        <p:spPr>
          <a:xfrm>
            <a:off x="1442720" y="1635760"/>
            <a:ext cx="7335520" cy="447039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825A8F32-B7D1-53D4-BC35-B06888A18BD1}"/>
              </a:ext>
            </a:extLst>
          </p:cNvPr>
          <p:cNvPicPr>
            <a:picLocks noChangeAspect="1"/>
          </p:cNvPicPr>
          <p:nvPr/>
        </p:nvPicPr>
        <p:blipFill>
          <a:blip r:embed="rId3"/>
          <a:stretch>
            <a:fillRect/>
          </a:stretch>
        </p:blipFill>
        <p:spPr>
          <a:xfrm>
            <a:off x="1406701" y="1412240"/>
            <a:ext cx="7120758" cy="484404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C3B0C26-45E3-14F3-CD17-1A3125F237E3}"/>
              </a:ext>
            </a:extLst>
          </p:cNvPr>
          <p:cNvPicPr>
            <a:picLocks noChangeAspect="1"/>
          </p:cNvPicPr>
          <p:nvPr/>
        </p:nvPicPr>
        <p:blipFill>
          <a:blip r:embed="rId3"/>
          <a:stretch>
            <a:fillRect/>
          </a:stretch>
        </p:blipFill>
        <p:spPr>
          <a:xfrm>
            <a:off x="1869439" y="1595120"/>
            <a:ext cx="6390641" cy="373888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B8F8699-7987-2090-C53C-3F596F72802C}"/>
              </a:ext>
            </a:extLst>
          </p:cNvPr>
          <p:cNvPicPr>
            <a:picLocks noChangeAspect="1"/>
          </p:cNvPicPr>
          <p:nvPr/>
        </p:nvPicPr>
        <p:blipFill>
          <a:blip r:embed="rId3"/>
          <a:stretch>
            <a:fillRect/>
          </a:stretch>
        </p:blipFill>
        <p:spPr>
          <a:xfrm>
            <a:off x="1330960" y="1275371"/>
            <a:ext cx="7467599" cy="521203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299E7BFA-C6E2-AF67-EA42-F74145C22B07}"/>
              </a:ext>
            </a:extLst>
          </p:cNvPr>
          <p:cNvSpPr txBox="1"/>
          <p:nvPr/>
        </p:nvSpPr>
        <p:spPr>
          <a:xfrm>
            <a:off x="795020" y="1499999"/>
            <a:ext cx="8125460" cy="3785652"/>
          </a:xfrm>
          <a:prstGeom prst="rect">
            <a:avLst/>
          </a:prstGeom>
          <a:noFill/>
        </p:spPr>
        <p:txBody>
          <a:bodyPr wrap="square">
            <a:spAutoFit/>
          </a:bodyPr>
          <a:lstStyle/>
          <a:p>
            <a:r>
              <a:rPr lang="en-IN" sz="2400" dirty="0"/>
              <a:t>• Add machine-learning models to predict crop yield and profit.</a:t>
            </a:r>
          </a:p>
          <a:p>
            <a:endParaRPr lang="en-IN" sz="2400" dirty="0"/>
          </a:p>
          <a:p>
            <a:r>
              <a:rPr lang="en-IN" sz="2400" dirty="0"/>
              <a:t>• Integrate real-time weather and market-price data.</a:t>
            </a:r>
          </a:p>
          <a:p>
            <a:endParaRPr lang="en-IN" sz="2400" dirty="0"/>
          </a:p>
          <a:p>
            <a:r>
              <a:rPr lang="en-IN" sz="2400" dirty="0"/>
              <a:t>• Create region-wise dashboards for farmers and planners.</a:t>
            </a:r>
          </a:p>
          <a:p>
            <a:endParaRPr lang="en-IN" sz="2400" dirty="0"/>
          </a:p>
          <a:p>
            <a:r>
              <a:rPr lang="en-IN" sz="2400" dirty="0"/>
              <a:t>• Provide early alerts for low-profit and low-efficiency farming conditions.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https://github.com/Shamithaph108/Seasonal-Agriculture-Performance-Analysis.git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8BEFC8C-F03E-789B-1578-208BA34BB58A}"/>
              </a:ext>
            </a:extLst>
          </p:cNvPr>
          <p:cNvPicPr>
            <a:picLocks noChangeAspect="1"/>
          </p:cNvPicPr>
          <p:nvPr/>
        </p:nvPicPr>
        <p:blipFill>
          <a:blip r:embed="rId3"/>
          <a:stretch>
            <a:fillRect/>
          </a:stretch>
        </p:blipFill>
        <p:spPr>
          <a:xfrm>
            <a:off x="1307062" y="1730264"/>
            <a:ext cx="7359418" cy="450797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1498</TotalTime>
  <Words>283</Words>
  <Application>Microsoft Office PowerPoint</Application>
  <PresentationFormat>Widescreen</PresentationFormat>
  <Paragraphs>45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This project analyzes 4,000 farm records across Kharif, Rabi and Zaid seasons.  It compares yield, production, profit, rainfall and water efficiency.  The analysis identifies crop-wise patterns and supports better seasonal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Shamitha P H</cp:lastModifiedBy>
  <cp:revision>103</cp:revision>
  <dcterms:created xsi:type="dcterms:W3CDTF">2021-07-11T13:13:15Z</dcterms:created>
  <dcterms:modified xsi:type="dcterms:W3CDTF">2026-09-07T16:45:52Z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